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4BB5E2C-6CAB-4D90-BBD9-72F9F5C6641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78252-CCB0-4149-9B34-3890D64F2E52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21061" y="2085681"/>
            <a:ext cx="8919186" cy="1489852"/>
          </a:xfrm>
        </p:spPr>
        <p:txBody>
          <a:bodyPr/>
          <a:lstStyle/>
          <a:p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Arial Narrow" panose="020B0606020202030204" pitchFamily="34" charset="0"/>
              </a:rPr>
              <a:t>CAR RENTAL SYSTEM </a:t>
            </a:r>
            <a:endParaRPr lang="en-US" sz="4800" b="1" dirty="0">
              <a:solidFill>
                <a:schemeClr val="tx1">
                  <a:lumMod val="9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67825" y="3694472"/>
            <a:ext cx="8825658" cy="86142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 java-based Application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225" y="366099"/>
            <a:ext cx="3152775" cy="600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74" y="164415"/>
            <a:ext cx="1743779" cy="14163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74" y="2390060"/>
            <a:ext cx="4788309" cy="31922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36" y="1573595"/>
            <a:ext cx="9687040" cy="864805"/>
          </a:xfrm>
        </p:spPr>
        <p:txBody>
          <a:bodyPr/>
          <a:lstStyle/>
          <a:p>
            <a:r>
              <a:rPr lang="en-US" sz="3600" b="1" dirty="0">
                <a:latin typeface="Arial Narrow" panose="020B0606020202030204" pitchFamily="34" charset="0"/>
              </a:rPr>
              <a:t>PREPARED BY :</a:t>
            </a:r>
            <a:endParaRPr lang="en-US" sz="3600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136" y="2300748"/>
            <a:ext cx="11169445" cy="4685071"/>
          </a:xfrm>
        </p:spPr>
        <p:txBody>
          <a:bodyPr>
            <a:normAutofit/>
          </a:bodyPr>
          <a:lstStyle/>
          <a:p>
            <a:r>
              <a:rPr lang="en-US" dirty="0"/>
              <a:t>Patel Dev </a:t>
            </a:r>
            <a:r>
              <a:rPr lang="en-US" dirty="0" err="1"/>
              <a:t>Pragneshbhai</a:t>
            </a:r>
            <a:r>
              <a:rPr lang="en-US" dirty="0"/>
              <a:t>        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24002170110139</a:t>
            </a:r>
            <a:endParaRPr lang="en-US" dirty="0"/>
          </a:p>
          <a:p>
            <a:r>
              <a:rPr lang="en-US" dirty="0" err="1"/>
              <a:t>Antala</a:t>
            </a:r>
            <a:r>
              <a:rPr lang="en-US" dirty="0"/>
              <a:t> Tirth </a:t>
            </a:r>
            <a:r>
              <a:rPr lang="en-US" dirty="0" err="1"/>
              <a:t>Arvindbhai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24002170110009</a:t>
            </a:r>
            <a:endParaRPr lang="en-US" dirty="0"/>
          </a:p>
          <a:p>
            <a:r>
              <a:rPr lang="en-US" dirty="0" err="1"/>
              <a:t>Mungalpara</a:t>
            </a:r>
            <a:r>
              <a:rPr lang="en-US" dirty="0"/>
              <a:t> </a:t>
            </a:r>
            <a:r>
              <a:rPr lang="en-US" dirty="0" err="1"/>
              <a:t>Yashbhai</a:t>
            </a:r>
            <a:r>
              <a:rPr lang="en-US" dirty="0"/>
              <a:t> </a:t>
            </a:r>
            <a:r>
              <a:rPr lang="en-US" dirty="0" err="1"/>
              <a:t>Pareshbhai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24002170110095</a:t>
            </a:r>
            <a:endParaRPr lang="en-US" dirty="0"/>
          </a:p>
          <a:p>
            <a:r>
              <a:rPr lang="en-US" dirty="0"/>
              <a:t>Jain Suhani </a:t>
            </a:r>
            <a:r>
              <a:rPr lang="en-US" dirty="0" err="1"/>
              <a:t>Pankajkumar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24002170110062</a:t>
            </a:r>
            <a:endParaRPr lang="en-US" dirty="0"/>
          </a:p>
          <a:p>
            <a:r>
              <a:rPr lang="en-US" dirty="0" err="1"/>
              <a:t>Limbasiya</a:t>
            </a:r>
            <a:r>
              <a:rPr lang="en-US" dirty="0"/>
              <a:t> </a:t>
            </a:r>
            <a:r>
              <a:rPr lang="en-US" dirty="0" err="1"/>
              <a:t>Ayushkumar</a:t>
            </a:r>
            <a:r>
              <a:rPr lang="en-US" dirty="0"/>
              <a:t> </a:t>
            </a:r>
            <a:r>
              <a:rPr lang="en-US" dirty="0" err="1"/>
              <a:t>Champakbhai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24002170110083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2" y="157201"/>
            <a:ext cx="1337189" cy="12291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317" y="1475273"/>
            <a:ext cx="9404723" cy="1400530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INTRODUCTION : 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17" y="2603640"/>
            <a:ext cx="8946541" cy="4195481"/>
          </a:xfrm>
        </p:spPr>
        <p:txBody>
          <a:bodyPr>
            <a:normAutofit/>
          </a:bodyPr>
          <a:lstStyle/>
          <a:p>
            <a:r>
              <a:rPr lang="en-US" sz="2400" dirty="0"/>
              <a:t>The Car Rental System is a console-based application designed to facilitate the rental of cars to users while maintaining an inventory of available vehicles. 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system allows administrators to manage the fleet     and track revenue, while users can register, rent, and return cars seamlessly.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968" y="1426111"/>
            <a:ext cx="9404723" cy="945158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SCOPE : 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060" y="2133117"/>
            <a:ext cx="8946541" cy="419548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Allows administrators to add and remove cars from the system.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Provides a user-friendly interface for customers to register and rent cars.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Calculates rental costs based on the duration of the rental.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Tracks total revenue earned from car rentals.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63" y="34356"/>
            <a:ext cx="1290843" cy="1150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317" y="1204735"/>
            <a:ext cx="9404723" cy="1400530"/>
          </a:xfrm>
        </p:spPr>
        <p:txBody>
          <a:bodyPr/>
          <a:lstStyle/>
          <a:p>
            <a:r>
              <a:rPr lang="en-US" b="1" dirty="0"/>
              <a:t>FUNCTIONAL REQUIREMENTS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4" y="2029003"/>
            <a:ext cx="4396338" cy="576262"/>
          </a:xfrm>
        </p:spPr>
        <p:txBody>
          <a:bodyPr/>
          <a:lstStyle/>
          <a:p>
            <a:r>
              <a:rPr lang="en-US" b="1" dirty="0"/>
              <a:t>Admin Functionalities :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3" y="2660035"/>
            <a:ext cx="4396339" cy="37417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Secure login with a password.</a:t>
            </a:r>
            <a:endParaRPr lang="en-US" sz="2400" dirty="0"/>
          </a:p>
          <a:p>
            <a:r>
              <a:rPr lang="en-US" sz="2400" dirty="0"/>
              <a:t>Add new cars to the system.</a:t>
            </a:r>
            <a:endParaRPr lang="en-US" sz="2400" dirty="0"/>
          </a:p>
          <a:p>
            <a:r>
              <a:rPr lang="en-US" sz="2400" dirty="0"/>
              <a:t>Remove cars from the fleet.</a:t>
            </a:r>
            <a:endParaRPr lang="en-US" sz="2400" dirty="0"/>
          </a:p>
          <a:p>
            <a:r>
              <a:rPr lang="en-US" sz="2400" dirty="0"/>
              <a:t>View total revenue generated.</a:t>
            </a:r>
            <a:endParaRPr lang="en-US" sz="2400" dirty="0"/>
          </a:p>
          <a:p>
            <a:r>
              <a:rPr lang="en-US" sz="2400" dirty="0"/>
              <a:t>View registered users.</a:t>
            </a:r>
            <a:endParaRPr lang="en-US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3" y="2029003"/>
            <a:ext cx="4396339" cy="576262"/>
          </a:xfrm>
        </p:spPr>
        <p:txBody>
          <a:bodyPr/>
          <a:lstStyle/>
          <a:p>
            <a:r>
              <a:rPr lang="en-US" b="1" dirty="0"/>
              <a:t>User Functionalities :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4" y="2682311"/>
            <a:ext cx="4396339" cy="37417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Register as a user.</a:t>
            </a:r>
            <a:endParaRPr lang="en-US" sz="2400" dirty="0"/>
          </a:p>
          <a:p>
            <a:r>
              <a:rPr lang="en-US" sz="2400" dirty="0"/>
              <a:t>View available cars for rent.</a:t>
            </a:r>
            <a:endParaRPr lang="en-US" sz="2400" dirty="0"/>
          </a:p>
          <a:p>
            <a:r>
              <a:rPr lang="en-US" sz="2400" dirty="0"/>
              <a:t>Rent a car for a specified duration.</a:t>
            </a:r>
            <a:endParaRPr lang="en-US" sz="2400" dirty="0"/>
          </a:p>
          <a:p>
            <a:r>
              <a:rPr lang="en-US" sz="2400" dirty="0"/>
              <a:t>Return a rented car.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592" y="1613357"/>
            <a:ext cx="9404723" cy="1123834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Security Measures : 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9684" y="2700473"/>
            <a:ext cx="8946541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Password protection for admin access.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User identity verification before renting a car.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Data encryption for secure transactions.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Logging and monitoring of rental activities.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956" y="1204735"/>
            <a:ext cx="9404723" cy="1400530"/>
          </a:xfrm>
        </p:spPr>
        <p:txBody>
          <a:bodyPr/>
          <a:lstStyle/>
          <a:p>
            <a:r>
              <a:rPr lang="en-US" b="1" dirty="0">
                <a:latin typeface="Arial Narrow" panose="020B0606020202030204" pitchFamily="34" charset="0"/>
              </a:rPr>
              <a:t>Limitations &amp; Conclusion : 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Limitation : 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Limited storage capacity for cars and users.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No database </a:t>
            </a:r>
            <a:r>
              <a:rPr lang="en-US" sz="2400" dirty="0" err="1"/>
              <a:t>integration,data</a:t>
            </a:r>
            <a:r>
              <a:rPr lang="en-US" sz="2400" dirty="0"/>
              <a:t> is stored temporarily.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No late return warnings.</a:t>
            </a:r>
            <a:endParaRPr lang="en-US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Conclusion : </a:t>
            </a:r>
            <a:endParaRPr lang="en-US" b="1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000" dirty="0"/>
              <a:t>The Car Rental System provides a simple yet effective solution for managing car rentals in a structured manner.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/>
              <a:t>It automates administrative tasks and ensures a smooth rental experience for users.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789" y="1506482"/>
            <a:ext cx="9404723" cy="1400530"/>
          </a:xfrm>
        </p:spPr>
        <p:txBody>
          <a:bodyPr/>
          <a:lstStyle/>
          <a:p>
            <a:r>
              <a:rPr lang="en-US" b="1" dirty="0"/>
              <a:t>Future Work :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273" y="2376069"/>
            <a:ext cx="8946541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Integration with a database for persistent storage.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Web-based or mobile application development.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Online payment gateway for rental transactions.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Advanced analytics and reporting features.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Real-time GPS tracking of rented vehicles.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90575" y="1373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Level 0:</a:t>
            </a:r>
            <a:endParaRPr lang="en-US"/>
          </a:p>
        </p:txBody>
      </p:sp>
      <p:pic>
        <p:nvPicPr>
          <p:cNvPr id="7" name="Picture 6" descr="level1_df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315" y="1772285"/>
            <a:ext cx="4293235" cy="207454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457315" y="13735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Level </a:t>
            </a:r>
            <a:r>
              <a:rPr lang="en-US" sz="2000"/>
              <a:t>1</a:t>
            </a:r>
            <a:r>
              <a:rPr lang="en-US"/>
              <a:t>:</a:t>
            </a:r>
            <a:endParaRPr lang="en-US"/>
          </a:p>
        </p:txBody>
      </p:sp>
      <p:pic>
        <p:nvPicPr>
          <p:cNvPr id="9" name="Picture 8" descr="level2_df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378960"/>
            <a:ext cx="3912235" cy="221424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90575" y="40106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Level 2 :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767205" y="572770"/>
            <a:ext cx="3319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DFD Diagram:</a:t>
            </a:r>
            <a:endParaRPr lang="en-US" sz="2400"/>
          </a:p>
        </p:txBody>
      </p:sp>
      <p:pic>
        <p:nvPicPr>
          <p:cNvPr id="4" name="Picture 3" descr="level0_df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1809750"/>
            <a:ext cx="449707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pic>
        <p:nvPicPr>
          <p:cNvPr id="2" name="Picture 1" descr="Usecas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895" y="572770"/>
            <a:ext cx="7915275" cy="61055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703705" y="204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Usecase Daigram: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pic>
        <p:nvPicPr>
          <p:cNvPr id="2" name="Picture 1" descr="activity_mana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772920"/>
            <a:ext cx="5070475" cy="48850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715770" y="810895"/>
            <a:ext cx="2629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Activity Diagram:</a:t>
            </a:r>
            <a:endParaRPr lang="en-US" sz="2000"/>
          </a:p>
        </p:txBody>
      </p:sp>
      <p:pic>
        <p:nvPicPr>
          <p:cNvPr id="7" name="Picture 6" descr="activity_custom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090" y="1772920"/>
            <a:ext cx="4973320" cy="4901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48665" y="1386205"/>
            <a:ext cx="1784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For Manager: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6764655" y="1386205"/>
            <a:ext cx="1972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For Customer: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pic>
        <p:nvPicPr>
          <p:cNvPr id="3" name="Picture 2" descr="class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475" y="1517015"/>
            <a:ext cx="8258175" cy="50126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572895" y="8413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Class Diagram: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91665" y="7740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Sequence Diagram:</a:t>
            </a:r>
            <a:endParaRPr lang="en-US" sz="2000"/>
          </a:p>
        </p:txBody>
      </p:sp>
      <p:pic>
        <p:nvPicPr>
          <p:cNvPr id="8" name="Picture 7" descr="sequence_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665" y="1209040"/>
            <a:ext cx="9769475" cy="55060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0" y="2698473"/>
            <a:ext cx="52700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/>
              <a:t>THANK YOU</a:t>
            </a:r>
            <a:endParaRPr lang="en-US" sz="6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51" y="572576"/>
            <a:ext cx="31527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8" y="58879"/>
            <a:ext cx="1290843" cy="115049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2089</Words>
  <Application>WPS Presentation</Application>
  <PresentationFormat>Widescreen</PresentationFormat>
  <Paragraphs>98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Wingdings 3</vt:lpstr>
      <vt:lpstr>Arial</vt:lpstr>
      <vt:lpstr>Arial Narrow</vt:lpstr>
      <vt:lpstr>Century Gothic</vt:lpstr>
      <vt:lpstr>Microsoft YaHei</vt:lpstr>
      <vt:lpstr>Arial Unicode MS</vt:lpstr>
      <vt:lpstr>Calibri</vt:lpstr>
      <vt:lpstr>Ion</vt:lpstr>
      <vt:lpstr>CAR RENTAL SYSTEM </vt:lpstr>
      <vt:lpstr>PREPARED BY :</vt:lpstr>
      <vt:lpstr>INTRODUCTION : </vt:lpstr>
      <vt:lpstr>SCOPE : </vt:lpstr>
      <vt:lpstr>FUNCTIONAL REQUIREMENTS</vt:lpstr>
      <vt:lpstr>Security Measures : </vt:lpstr>
      <vt:lpstr>Limitations &amp; Conclusion : </vt:lpstr>
      <vt:lpstr>Future Work :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 Jain</dc:creator>
  <cp:lastModifiedBy>User</cp:lastModifiedBy>
  <cp:revision>19</cp:revision>
  <dcterms:created xsi:type="dcterms:W3CDTF">2025-02-17T16:09:00Z</dcterms:created>
  <dcterms:modified xsi:type="dcterms:W3CDTF">2025-02-22T02:59:08Z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1EC503CEEF2E48ECA89DC0E65857AA3D_12</vt:lpwstr>
  </property>
  <property fmtid="{D5CDD505-2E9C-101B-9397-08002B2CF9AE}" pid="3" name="KSOProductBuildVer">
    <vt:lpwstr>1033-12.2.0.19805</vt:lpwstr>
  </property>
</Properties>
</file>